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867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28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91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79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82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96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9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691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25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56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41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7A7EC-916D-4783-A441-48956DA6613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C5316BF-405C-49BE-BC0D-288BDADF344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327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F2B9-A4DE-5481-0219-6363CC4EF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 Multi-Vendor Marketplace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2C2BA-1AD2-8420-1B4F-C557962FD7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Handloom Connect – Bridging Weavers and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4259445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F2C7-D1BD-0839-032E-1221D43A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C8AC-276A-FA95-CF2B-0B6BCED75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07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Traditional handloom weavers face limited market access and low profits due to dependence on intermediaries, while customers struggle to find authentic handloom products online. This creates a gap between skilled artisans and potential buyers, hindering the growth and sustainability of the handloom industry.</a:t>
            </a:r>
          </a:p>
        </p:txBody>
      </p:sp>
    </p:spTree>
    <p:extLst>
      <p:ext uri="{BB962C8B-B14F-4D97-AF65-F5344CB8AC3E}">
        <p14:creationId xmlns:p14="http://schemas.microsoft.com/office/powerpoint/2010/main" val="4041886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E8066-CCA5-A11D-01CC-367904871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713196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82E24-CFED-C119-E36F-DB65CCF8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321" y="1923067"/>
            <a:ext cx="3771507" cy="413041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Vendor Module</a:t>
            </a:r>
          </a:p>
          <a:p>
            <a:r>
              <a:rPr lang="en-US" dirty="0"/>
              <a:t>Weaver registration and authentication. </a:t>
            </a:r>
          </a:p>
          <a:p>
            <a:r>
              <a:rPr lang="en-US" dirty="0"/>
              <a:t>Upload saree details, images, price, stock, and weaving videos. </a:t>
            </a:r>
          </a:p>
          <a:p>
            <a:r>
              <a:rPr lang="en-US" dirty="0"/>
              <a:t>Order management and sales tracking. </a:t>
            </a:r>
          </a:p>
          <a:p>
            <a:pPr marL="0" indent="0">
              <a:buNone/>
            </a:pPr>
            <a:r>
              <a:rPr lang="en-US" b="1" dirty="0"/>
              <a:t>Buyer Module</a:t>
            </a:r>
          </a:p>
          <a:p>
            <a:r>
              <a:rPr lang="en-US" dirty="0"/>
              <a:t>Search and browse handloom sarees. </a:t>
            </a:r>
          </a:p>
          <a:p>
            <a:r>
              <a:rPr lang="en-US" dirty="0"/>
              <a:t>View product details, reviews, and weaving process videos. </a:t>
            </a:r>
          </a:p>
          <a:p>
            <a:r>
              <a:rPr lang="en-US" dirty="0"/>
              <a:t>Secure online payment and order tracking.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0560D9-EC45-51A4-F8AB-4160221FD924}"/>
              </a:ext>
            </a:extLst>
          </p:cNvPr>
          <p:cNvSpPr txBox="1">
            <a:spLocks/>
          </p:cNvSpPr>
          <p:nvPr/>
        </p:nvSpPr>
        <p:spPr>
          <a:xfrm>
            <a:off x="6637255" y="1939564"/>
            <a:ext cx="3771507" cy="413041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Admin Module</a:t>
            </a:r>
          </a:p>
          <a:p>
            <a:r>
              <a:rPr lang="en-US" dirty="0"/>
              <a:t>Manage users and vendors. </a:t>
            </a:r>
          </a:p>
          <a:p>
            <a:r>
              <a:rPr lang="en-US" dirty="0"/>
              <a:t>Verify products and monitor transactions. </a:t>
            </a:r>
          </a:p>
          <a:p>
            <a:r>
              <a:rPr lang="en-US" dirty="0"/>
              <a:t>Generate reports and analytics. </a:t>
            </a:r>
          </a:p>
          <a:p>
            <a:pPr marL="0" indent="0">
              <a:buNone/>
            </a:pPr>
            <a:r>
              <a:rPr lang="en-US" b="1" dirty="0"/>
              <a:t>Technologies Used</a:t>
            </a:r>
          </a:p>
          <a:p>
            <a:r>
              <a:rPr lang="en-US" dirty="0"/>
              <a:t>Frontend: React.js </a:t>
            </a:r>
          </a:p>
          <a:p>
            <a:r>
              <a:rPr lang="en-US" dirty="0"/>
              <a:t>Backend: Node.js &amp; Express.js </a:t>
            </a:r>
          </a:p>
          <a:p>
            <a:r>
              <a:rPr lang="en-US" dirty="0" err="1"/>
              <a:t>Database:SQL</a:t>
            </a:r>
            <a:r>
              <a:rPr lang="en-US" dirty="0"/>
              <a:t> </a:t>
            </a:r>
          </a:p>
          <a:p>
            <a:r>
              <a:rPr lang="en-US" dirty="0"/>
              <a:t>Authentication: JWT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00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2EB7-AA4C-4A26-23BF-7E27948E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6F763-661B-41E8-26D5-6DFB77EC2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9062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platform enables direct weaver-to-customer sales, increasing artisan visibility, profitability, and market reach while ensuring product authenticity. It provides customers with a transparent, convenient, and trustworthy shopping experience, promoting sustainable growth of the handloom sector.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4473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</TotalTime>
  <Words>200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Gallery</vt:lpstr>
      <vt:lpstr>A Multi-Vendor Marketplace </vt:lpstr>
      <vt:lpstr>Problem Statement</vt:lpstr>
      <vt:lpstr>Methodology</vt:lpstr>
      <vt:lpstr>Results &amp;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eswari k</dc:creator>
  <cp:lastModifiedBy>eswari k</cp:lastModifiedBy>
  <cp:revision>1</cp:revision>
  <dcterms:created xsi:type="dcterms:W3CDTF">2026-06-20T11:53:22Z</dcterms:created>
  <dcterms:modified xsi:type="dcterms:W3CDTF">2026-06-20T11:56:43Z</dcterms:modified>
</cp:coreProperties>
</file>